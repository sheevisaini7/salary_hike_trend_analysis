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4" d="100"/>
          <a:sy n="74" d="100"/>
        </p:scale>
        <p:origin x="13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D6418-53F8-42A2-85A8-97E40B666E35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5FAD-F935-4C43-9C9C-55CF05D7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79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YoY % Hike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Gender Pay Gap 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salaries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Average Salary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Designation-wise Average Salary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Designation-wise Yearly Salary Hike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Designation-wise Total Salary Hike(2018-2022)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Designation-wise Average Salary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Designation-wise Total Salary Hike(2018-2022)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advancedSlicerVisual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histogramF963F133BA02A0B35D286F09F80E9C78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70afce0d-21b9-4781-8139-73f42afb74b2/?pbi_source=PowerPo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YoY % Hike  ,Gender Pay Gap % ,Total salaries ,clusteredColumnChart ,Average Salary ,cardVisual ,cardVisual ,cardVisual ,textbox ,shape ,shape ,advancedSlicerVisual ,advancedSlicerVisual ,advancedSlicerVisual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Designation-wise Average Salary ,Designation-wise Yearly Salary Hike ,Designation-wise Total Salary Hike(2018-2022) ,advancedSlicerVisual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Designation-wise Salary Hike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Designation-wise Average Salary ,Designation-wise Total Salary Hike(2018-2022) ,advancedSlicerVisual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Gender-wise Salary Hike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advancedSlicerVisual ,clusteredColumnChart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Location-wise Salary Hike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advancedSlicerVisual ,advancedSlicerVisual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Pay Gap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olumnChart ,clusteredColumnChart ,clusteredColumnChart ,clusteredColumnChart ,pieChart ,histogramF963F133BA02A0B35D286F09F80E9C78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07770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241</Words>
  <Application>Microsoft Office PowerPoint</Application>
  <PresentationFormat>Widescreen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Custom Design</vt:lpstr>
      <vt:lpstr>Dashboard</vt:lpstr>
      <vt:lpstr>Designation-wise Salary Hike</vt:lpstr>
      <vt:lpstr>Gender-wise Salary Hike</vt:lpstr>
      <vt:lpstr>Location-wise Salary Hike</vt:lpstr>
      <vt:lpstr>Gender Pay Gap </vt:lpstr>
      <vt:lpstr>Attrition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Sheevi Saini</cp:lastModifiedBy>
  <cp:revision>5</cp:revision>
  <dcterms:created xsi:type="dcterms:W3CDTF">2016-09-04T11:54:55Z</dcterms:created>
  <dcterms:modified xsi:type="dcterms:W3CDTF">2026-05-28T13:14:41Z</dcterms:modified>
</cp:coreProperties>
</file>